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64" r:id="rId12"/>
    <p:sldId id="265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66" r:id="rId21"/>
    <p:sldId id="26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62" autoAdjust="0"/>
  </p:normalViewPr>
  <p:slideViewPr>
    <p:cSldViewPr snapToGrid="0" snapToObjects="1">
      <p:cViewPr varScale="1">
        <p:scale>
          <a:sx n="64" d="100"/>
          <a:sy n="64" d="100"/>
        </p:scale>
        <p:origin x="84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Online Quiz </a:t>
            </a:r>
            <a:r>
              <a:rPr lang="en-IN" dirty="0">
                <a:solidFill>
                  <a:srgbClr val="FF0000"/>
                </a:solidFill>
              </a:rPr>
              <a:t>Assessment </a:t>
            </a:r>
            <a:r>
              <a:rPr dirty="0">
                <a:solidFill>
                  <a:srgbClr val="FF0000"/>
                </a:solidFill>
              </a:rPr>
              <a:t>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3886199"/>
            <a:ext cx="4572000" cy="27653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NAME:AKSHAYA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REG NO:43733010</a:t>
            </a:r>
          </a:p>
          <a:p>
            <a:r>
              <a:rPr lang="en-US" sz="2400" dirty="0">
                <a:solidFill>
                  <a:srgbClr val="FF0000"/>
                </a:solidFill>
              </a:rPr>
              <a:t>DEPT:BE CSE 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project aims to automate the process of Online Quiz Assessment System.</a:t>
            </a:r>
          </a:p>
          <a:p>
            <a:r>
              <a:t>It provides a platform to conduct quizzes online for students.</a:t>
            </a:r>
          </a:p>
          <a:p>
            <a:r>
              <a:t>It reduces manual effort and saves time.</a:t>
            </a:r>
          </a:p>
          <a:p>
            <a:r>
              <a:t>It provides instant result and performance analysis.</a:t>
            </a:r>
          </a:p>
          <a:p>
            <a:r>
              <a:t>Online Quiz Assessment System consists of Admin Module and Student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Online Quiz Assessment System (OQAS) is a web-based application.</a:t>
            </a:r>
          </a:p>
          <a:p>
            <a:r>
              <a:t>The main objective is to manage quizzes and assessments online.</a:t>
            </a:r>
          </a:p>
          <a:p>
            <a:r>
              <a:t>It allows students to attend quizzes and view results instantly.</a:t>
            </a:r>
          </a:p>
          <a:p>
            <a:r>
              <a:t>Admins can manage quizzes, questions, and students.</a:t>
            </a:r>
          </a:p>
          <a:p>
            <a:r>
              <a:t>This project is developed using Spring Boot and MySQL.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we are going to build: Client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wants an Online Quiz Assessment System.</a:t>
            </a:r>
          </a:p>
          <a:p>
            <a:r>
              <a:t>Admin can manage quizzes, questions, and users.</a:t>
            </a:r>
          </a:p>
          <a:p>
            <a:r>
              <a:t>Students can attend quizzes online.</a:t>
            </a:r>
          </a:p>
          <a:p>
            <a:r>
              <a:t>System should evaluate answers automatically.</a:t>
            </a:r>
          </a:p>
          <a:p>
            <a:r>
              <a:t>Results should be displayed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we are going to build: Some technical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 Login and Registration.</a:t>
            </a:r>
          </a:p>
          <a:p>
            <a:r>
              <a:t>Role-based authentication.</a:t>
            </a:r>
          </a:p>
          <a:p>
            <a:r>
              <a:t>Proper input validation.</a:t>
            </a:r>
          </a:p>
          <a:p>
            <a:r>
              <a:t>Exception handling.</a:t>
            </a:r>
          </a:p>
          <a:p>
            <a:r>
              <a:t>REST API based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are the technologies and tools we are going to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Framework: Spring Boot.</a:t>
            </a:r>
          </a:p>
          <a:p>
            <a:r>
              <a:t>Language: Java 17.</a:t>
            </a:r>
          </a:p>
          <a:p>
            <a:r>
              <a:t>Build Tool: Maven.</a:t>
            </a:r>
          </a:p>
          <a:p>
            <a:r>
              <a:t>IDE: Spring Tool Suite (STS).</a:t>
            </a:r>
          </a:p>
          <a:p>
            <a:r>
              <a:t>Database: MySQL.</a:t>
            </a:r>
          </a:p>
          <a:p>
            <a:r>
              <a:t>Testing Tool: Postman.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DC1CFC-7159-3225-C1EA-BA5128E4F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2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9E8B2-83C5-6ED6-CDF4-7AF58D8F4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2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Spring Boot, JPA Hibernate.</a:t>
            </a:r>
          </a:p>
          <a:p>
            <a:r>
              <a:t>Database Server: MySQL 8.0.</a:t>
            </a:r>
          </a:p>
          <a:p>
            <a:r>
              <a:t>Web Server: Apache Tomcat.</a:t>
            </a:r>
          </a:p>
          <a:p>
            <a:r>
              <a:t>IDE: Spring Tool Suite.</a:t>
            </a:r>
          </a:p>
          <a:p>
            <a:r>
              <a:t>Browser: Google Chrome.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Module.</a:t>
            </a:r>
          </a:p>
          <a:p>
            <a:r>
              <a:t>Student Module.</a:t>
            </a:r>
          </a:p>
          <a:p>
            <a:r>
              <a:t>Quiz Module.</a:t>
            </a:r>
          </a:p>
          <a:p>
            <a:r>
              <a:t>Question Module.</a:t>
            </a:r>
          </a:p>
          <a:p>
            <a:r>
              <a:t>Result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can login securely.</a:t>
            </a:r>
          </a:p>
          <a:p>
            <a:r>
              <a:t>Admin can create, update, and delete quizzes.</a:t>
            </a:r>
          </a:p>
          <a:p>
            <a:r>
              <a:t>Admin can manage questions.</a:t>
            </a:r>
          </a:p>
          <a:p>
            <a:r>
              <a:t>Admin can view student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registration and login.</a:t>
            </a:r>
          </a:p>
          <a:p>
            <a:r>
              <a:t>View available quizzes.</a:t>
            </a:r>
          </a:p>
          <a:p>
            <a:r>
              <a:t>Attend quiz within given time.</a:t>
            </a:r>
          </a:p>
          <a:p>
            <a:r>
              <a:t>View result instantly.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F34932-31E1-7A7D-4A36-899EA438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505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05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86B6B8-BCE7-AA7E-3555-2287FE88A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8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96DF95-11DF-D2DF-09C0-17B4A92A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18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7B15D1-EBC6-7281-73CC-C743C9EBD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49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8FCD54-EA2C-8B10-9D60-D5097F0AB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98206"/>
            <a:ext cx="9144000" cy="725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42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D92DF-9AFD-BD19-98FF-82DBE11F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58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CB8E86-8770-318D-9D71-BE24C2714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961" y="179882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0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REQUEST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– Retrieve data.</a:t>
            </a:r>
          </a:p>
          <a:p>
            <a:r>
              <a:t>POST – Insert data.</a:t>
            </a:r>
          </a:p>
          <a:p>
            <a:r>
              <a:t>PUT – Update data.</a:t>
            </a:r>
          </a:p>
          <a:p>
            <a:r>
              <a:t>DELETE – Delete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Quiz Assessment System simplifies examinations.</a:t>
            </a:r>
          </a:p>
          <a:p>
            <a:r>
              <a:t>It provides fast and accurate evaluation.</a:t>
            </a:r>
          </a:p>
          <a:p>
            <a:r>
              <a:t>It is user-friendly and reliable.</a:t>
            </a:r>
          </a:p>
          <a:p>
            <a:r>
              <a:t>Useful for educational institutions.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392</Words>
  <Application>Microsoft Office PowerPoint</Application>
  <PresentationFormat>On-screen Show (4:3)</PresentationFormat>
  <Paragraphs>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Online Quiz Assessment System</vt:lpstr>
      <vt:lpstr>INTRODUCTION</vt:lpstr>
      <vt:lpstr>ABSTRACT</vt:lpstr>
      <vt:lpstr>What we are going to build: Client Requirement</vt:lpstr>
      <vt:lpstr>What we are going to build: Some technical terms</vt:lpstr>
      <vt:lpstr>What are the technologies and tools we are going to use?</vt:lpstr>
      <vt:lpstr>PowerPoint Presentation</vt:lpstr>
      <vt:lpstr>PowerPoint Presentation</vt:lpstr>
      <vt:lpstr>SYSTEM REQUIREMENTS</vt:lpstr>
      <vt:lpstr>PROJECT MODULE</vt:lpstr>
      <vt:lpstr>ADMIN MODULE</vt:lpstr>
      <vt:lpstr>STUDENT MODULE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HTTP REQUEST METHODS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officel12</cp:lastModifiedBy>
  <cp:revision>3</cp:revision>
  <dcterms:created xsi:type="dcterms:W3CDTF">2013-01-27T09:14:16Z</dcterms:created>
  <dcterms:modified xsi:type="dcterms:W3CDTF">2025-12-18T06:03:55Z</dcterms:modified>
  <cp:category/>
</cp:coreProperties>
</file>